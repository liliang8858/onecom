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3240512" cy="993038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5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i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3240512" cy="9930384"/>
          </a:xfrm>
          <a:prstGeom prst="rect">
            <a:avLst/>
          </a:prstGeom>
        </p:spPr>
      </p:pic>
      <p:sp>
        <p:nvSpPr>
          <p:cNvPr id="3" name="roundRect"/>
          <p:cNvSpPr/>
          <p:nvPr/>
        </p:nvSpPr>
        <p:spPr>
          <a:xfrm>
            <a:off x="274320" y="256032"/>
            <a:ext cx="3931920" cy="603504"/>
          </a:xfrm>
          <a:prstGeom prst="roundRect">
            <a:avLst/>
          </a:prstGeom>
          <a:solidFill>
            <a:srgbClr val="FFFFFF"/>
          </a:solidFill>
          <a:ln w="9144">
            <a:solidFill>
              <a:srgbClr val="CDD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493776" y="384048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8" b="1" i="0">
                <a:solidFill>
                  <a:srgbClr val="131432"/>
                </a:solidFill>
                <a:latin typeface="Arial"/>
                <a:ea typeface="Arial"/>
                <a:cs typeface="Arial"/>
              </a:rPr>
              <a:t>原始 UI001 参考图</a:t>
            </a:r>
          </a:p>
        </p:txBody>
      </p:sp>
      <p:sp>
        <p:nvSpPr>
          <p:cNvPr id="5" name="slide desc"/>
          <p:cNvSpPr txBox="1"/>
          <p:nvPr/>
        </p:nvSpPr>
        <p:spPr>
          <a:xfrm>
            <a:off x="493776" y="640080"/>
            <a:ext cx="3474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5F6C8A"/>
                </a:solidFill>
                <a:latin typeface="Arial"/>
                <a:ea typeface="Arial"/>
                <a:cs typeface="Arial"/>
              </a:rPr>
              <a:t>源设计稿，用于检查布局、色彩、组件密度。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5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er_ui0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3240512" cy="9930384"/>
          </a:xfrm>
          <a:prstGeom prst="rect">
            <a:avLst/>
          </a:prstGeom>
        </p:spPr>
      </p:pic>
      <p:sp>
        <p:nvSpPr>
          <p:cNvPr id="3" name="roundRect"/>
          <p:cNvSpPr/>
          <p:nvPr/>
        </p:nvSpPr>
        <p:spPr>
          <a:xfrm>
            <a:off x="274320" y="256032"/>
            <a:ext cx="3931920" cy="603504"/>
          </a:xfrm>
          <a:prstGeom prst="roundRect">
            <a:avLst/>
          </a:prstGeom>
          <a:solidFill>
            <a:srgbClr val="FFFFFF"/>
          </a:solidFill>
          <a:ln w="9144">
            <a:solidFill>
              <a:srgbClr val="CDD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493776" y="384048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8" b="1" i="0">
                <a:solidFill>
                  <a:srgbClr val="131432"/>
                </a:solidFill>
                <a:latin typeface="Arial"/>
                <a:ea typeface="Arial"/>
                <a:cs typeface="Arial"/>
              </a:rPr>
              <a:t>H5 工业化组件复刻</a:t>
            </a:r>
          </a:p>
        </p:txBody>
      </p:sp>
      <p:sp>
        <p:nvSpPr>
          <p:cNvPr id="5" name="slide desc"/>
          <p:cNvSpPr txBox="1"/>
          <p:nvPr/>
        </p:nvSpPr>
        <p:spPr>
          <a:xfrm>
            <a:off x="493776" y="640080"/>
            <a:ext cx="3474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5F6C8A"/>
                </a:solidFill>
                <a:latin typeface="Arial"/>
                <a:ea typeface="Arial"/>
                <a:cs typeface="Arial"/>
              </a:rPr>
              <a:t>由 HTML/CSS/JS 和独立资产渲染，不使用整图背景。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5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i001_pixel_diff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3240512" cy="9930384"/>
          </a:xfrm>
          <a:prstGeom prst="rect">
            <a:avLst/>
          </a:prstGeom>
        </p:spPr>
      </p:pic>
      <p:sp>
        <p:nvSpPr>
          <p:cNvPr id="3" name="roundRect"/>
          <p:cNvSpPr/>
          <p:nvPr/>
        </p:nvSpPr>
        <p:spPr>
          <a:xfrm>
            <a:off x="274320" y="256032"/>
            <a:ext cx="3931920" cy="603504"/>
          </a:xfrm>
          <a:prstGeom prst="roundRect">
            <a:avLst/>
          </a:prstGeom>
          <a:solidFill>
            <a:srgbClr val="FFFFFF"/>
          </a:solidFill>
          <a:ln w="9144">
            <a:solidFill>
              <a:srgbClr val="CDDF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 title"/>
          <p:cNvSpPr txBox="1"/>
          <p:nvPr/>
        </p:nvSpPr>
        <p:spPr>
          <a:xfrm>
            <a:off x="493776" y="384048"/>
            <a:ext cx="3474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8" b="1" i="0">
                <a:solidFill>
                  <a:srgbClr val="131432"/>
                </a:solidFill>
                <a:latin typeface="Arial"/>
                <a:ea typeface="Arial"/>
                <a:cs typeface="Arial"/>
              </a:rPr>
              <a:t>像素差异热力图</a:t>
            </a:r>
          </a:p>
        </p:txBody>
      </p:sp>
      <p:sp>
        <p:nvSpPr>
          <p:cNvPr id="5" name="slide desc"/>
          <p:cNvSpPr txBox="1"/>
          <p:nvPr/>
        </p:nvSpPr>
        <p:spPr>
          <a:xfrm>
            <a:off x="493776" y="640080"/>
            <a:ext cx="3474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64" b="0" i="0">
                <a:solidFill>
                  <a:srgbClr val="5F6C8A"/>
                </a:solidFill>
                <a:latin typeface="Arial"/>
                <a:ea typeface="Arial"/>
                <a:cs typeface="Arial"/>
              </a:rPr>
              <a:t>红色区域代表当前实现和源图的差异集中点。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 Agent UI001 Audit</dc:title>
  <dc:subject>Generated by bggg-creator-image2ppt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